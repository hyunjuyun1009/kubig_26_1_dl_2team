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5510" y="1746912"/>
            <a:ext cx="4792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 Demo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807581" y="2585111"/>
            <a:ext cx="1528707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흐름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39324" y="3209925"/>
            <a:ext cx="2065218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+ ControlNet 실습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ControlNet을 활용한 스케치 기반 이미지 생성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QuickDraw 데이터셋 활용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점진적 이미지 생성 (Sequential Generation)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2가지 시나리오: Privacy와 Pain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7"/>
            <a:ext cx="7924800" cy="150852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58149"/>
            <a:ext cx="7924800" cy="150852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554427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026840"/>
            <a:ext cx="7315200" cy="42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v1.5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 Scribble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62949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라이브러리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535362"/>
            <a:ext cx="7315200" cy="42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Diffusers, Transformers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PyTorch, NumPy, PIL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구조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14개 셀 (코드 10개, 마크다운 4개)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주요 함수로 구성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 → 데이터 로드 → 모델 설정 → 생성 → 시각화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25240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02033"/>
            <a:ext cx="7924800" cy="125240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함수 (1/2)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28"/>
            <a:ext cx="761695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load_quickdraw_category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838200" y="1868356"/>
            <a:ext cx="7467600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QuickDraw 데이터셋 다운로드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28×28 스케치 데이터 로드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2730633"/>
            <a:ext cx="761695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create_3step_scenario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38200" y="3120761"/>
            <a:ext cx="7467600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시나리오 이미지 생성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512×512 캔버스에 배치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25240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02033"/>
            <a:ext cx="7924800" cy="125240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함수 (2/2)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28"/>
            <a:ext cx="761695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run_generation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838200" y="1868356"/>
            <a:ext cx="7467600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 파이프라인 실행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스케치 → 이미지 변환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838200" y="2730633"/>
            <a:ext cx="761695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show_results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38200" y="3120761"/>
            <a:ext cx="7467600" cy="405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입력/출력 시각화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2×3 그리드 플롯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8"/>
            <a:ext cx="7924800" cy="1212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1078"/>
            <a:ext cx="7924800" cy="1212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132527"/>
            <a:ext cx="7924800" cy="121285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실행 흐름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28"/>
            <a:ext cx="7616952" cy="21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환경 설정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838200" y="1849966"/>
            <a:ext cx="7467600" cy="383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라이브러리 설치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로드 (CUDA)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919678"/>
            <a:ext cx="7616952" cy="21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데이터 준비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838200" y="3291418"/>
            <a:ext cx="7467600" cy="383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QuickDraw 다운로드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시나리오 생성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4361127"/>
            <a:ext cx="7616952" cy="21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이미지 생성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838200" y="4732867"/>
            <a:ext cx="7467600" cy="383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 실행</a:t>
            </a:r>
            <a:endParaRPr lang="en-US" sz="1080" dirty="0"/>
          </a:p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시각화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create_3step_scenario 상세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2가지 시나리오 정의 (Privacy, Pain)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시나리오별 3개 카테고리 지정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겹치지 않는 위치에 스케치 배치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BILINEAR → NEAREST 리샘플링으로 선명도 유지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26"/>
            <a:ext cx="7924800" cy="135612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05748"/>
            <a:ext cx="7924800" cy="135612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구성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26"/>
            <a:ext cx="7616952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1950639"/>
            <a:ext cx="7467600" cy="42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→ Face → Stop Sign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"면회 사절" 개념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834348"/>
            <a:ext cx="7616952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306761"/>
            <a:ext cx="7467600" cy="426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Bulb → Eye → Zigzag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"눈부심/어지러움" 개념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설정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ControlNet: lllyasviel/sd-controlnet-scribble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Model: runwayml/stable-diffusion-v1-5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Scheduler: UniPCMultistepScheduler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최적화: model_cpu_offload 활성화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파라미터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num_inference_steps: 30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guidance_scale: 5.5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controlnet_conditioning_scale: 0.7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스텝마다 별도의 프롬프트 적용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특징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점진적 이미지 생성 (3단계)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QuickDraw 데이터셋 다운로드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기반 스케치 배치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시나리오별 맞춤 프롬프트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417" y="2049726"/>
            <a:ext cx="2487033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254876" y="2826939"/>
            <a:ext cx="26341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질문이 있으시면 말씀해주세요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2026-02-15T17:18:56Z</dcterms:created>
  <dcterms:modified xsi:type="dcterms:W3CDTF">2026-02-15T17:18:56Z</dcterms:modified>
</cp:coreProperties>
</file>